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7FF2-D2FD-4CA6-AD73-7BE69FED8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4513E-4558-4D55-BDD5-66490850A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312EC-84C6-4A4F-8E85-8547306D0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C2CD7-688E-47A2-8079-B5FB6491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6AD64-F9A3-4CAB-90B5-3F7C1A82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0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2C5D-16A4-486A-A08F-318C1EB6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2BCB0-A1CB-470F-8F9F-E7F03D31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B0048-2A46-47B8-AE04-43BFE2EA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702E-2F0E-4DF8-A32C-E47E7E9D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9360F-2367-4D1C-9659-64B8EC97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DFCC-E9BB-4EA2-B30F-A785ABDA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2770F-C01B-4195-87C4-702D4CFF3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77E56-4713-4C34-B8C4-BC643CD3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B518-CE81-49F9-A429-FD72BB75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85B8B-6C6E-42DA-A3CB-D95C68DA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6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73635-5DFA-476B-AA75-843F205C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5FF1A-5DB1-4EFD-BE65-7CE6C35A3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4A81A-B782-42BB-9E09-C62C3F614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2C23D-64D8-439F-8B60-8124E8B8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E98AB-CAC9-4DE1-9183-88873DD0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19E15-0216-497C-AA69-B22D4210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66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3918-BDFC-4524-9474-2E23DA8A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27688-40A9-4970-A666-DD9AD76DD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DE0D1-E9C1-4169-B89B-098D2150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37392-8215-4BA5-9F2E-87C14484E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59A7C-65E2-4009-9E61-E42878908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B750D-E8DC-48CD-A2E6-9ABDA061C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895B8-85FF-4935-93B7-DE4D8C9F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CC91C0-248C-44E6-B464-3D5438C0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64A6-CB8B-48BE-8D56-56C2C52C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09406-7340-4F5C-A8A1-476EBCD0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85C56-41C2-44E5-9356-97F5AACC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F6D0F-0B06-4BF5-8E03-7E73A0D9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9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C32E3-D3B3-44EF-90CC-C83D71FD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C8BA8-21B6-4D59-A1F3-A2537EFB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64213-F559-42B0-A345-127CD813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3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27D0-6EEC-4DE0-958A-E41724B4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D2D65-1AE8-4FE1-8898-509F8337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713D7-496A-420B-930A-CDF9C36ED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6FF36-46EC-4D4F-98AE-F742E87D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43337-0839-4A1E-B667-DD188525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9134F-4D45-4BAA-A2BC-E58137BB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6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2FB7-E18D-4D26-9A20-E297123B0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CCB8B0-FFCB-43F8-816F-ED83CE205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E3B11-E15D-4B94-A3CE-529BA665E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03721-79EE-435C-842C-800D2D21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FBBEA-7EDC-4A88-B6A3-E78617E2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4BE5A-C767-4A48-8638-0EDDDB6F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5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FF02-6485-4927-ADB7-D18A97EB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95A32-6E03-4D34-BDF6-53F13A3BC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7FBD6-9220-40E1-8AD8-5E371AF2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C3AD9-98E8-429D-A6FC-C0A8CD29C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56DD-4318-4A3E-9F97-A710A2A1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B2C1F-0826-48F0-A7D1-92B6D5E18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B9C5E-31F4-417E-BC81-A77554A4A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C8897-C7AB-426E-A1E0-54DCF563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42AD3-D0D0-4910-866A-C2A35A8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BC941-B254-4A13-9025-1EF4E065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1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C7E92-0D0D-4363-BEF6-67C785A67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60DFA-E8E7-487C-8FA6-1662FD92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4EA6-1ACA-4DF0-961E-5605BB165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D4A7B-98E2-4385-A876-A1A080D479E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5E3F2-33D0-401D-8244-A31C53807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221D0-D68A-4E00-8239-21E4E0C11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81FB9-7F28-4A6C-92E0-2EBD95E3E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7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C1D5-4630-447E-9149-E42DA6DA8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CADD training cohort-3 Assignment-1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6A690-A487-4C06-BAAE-51EB58F6C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Priyanka Rajan</a:t>
            </a:r>
          </a:p>
          <a:p>
            <a:r>
              <a:rPr lang="en-US" dirty="0"/>
              <a:t>4/7/26</a:t>
            </a:r>
          </a:p>
        </p:txBody>
      </p:sp>
    </p:spTree>
    <p:extLst>
      <p:ext uri="{BB962C8B-B14F-4D97-AF65-F5344CB8AC3E}">
        <p14:creationId xmlns:p14="http://schemas.microsoft.com/office/powerpoint/2010/main" val="340950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0978-8042-44AA-96DC-BA39BB90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701" y="18256"/>
            <a:ext cx="10515600" cy="66278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Task-1 BACE complex download and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41F10-337A-4975-A4B9-B2C3DC4E9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26" y="952788"/>
            <a:ext cx="5514975" cy="4351338"/>
          </a:xfrm>
        </p:spPr>
        <p:txBody>
          <a:bodyPr>
            <a:normAutofit/>
          </a:bodyPr>
          <a:lstStyle/>
          <a:p>
            <a:r>
              <a:rPr lang="en-US" sz="1800" dirty="0"/>
              <a:t>Protein name:</a:t>
            </a:r>
          </a:p>
          <a:p>
            <a:r>
              <a:rPr lang="en-US" sz="1800" dirty="0"/>
              <a:t>Biological relevance</a:t>
            </a:r>
          </a:p>
          <a:p>
            <a:pPr fontAlgn="base"/>
            <a:r>
              <a:rPr lang="en-US" sz="1800" dirty="0"/>
              <a:t>Selected PDB ID: 5QCU</a:t>
            </a:r>
          </a:p>
          <a:p>
            <a:pPr fontAlgn="base"/>
            <a:r>
              <a:rPr lang="en-US" sz="1800" dirty="0"/>
              <a:t>Experimental method used: X-Ray diffraction</a:t>
            </a:r>
          </a:p>
          <a:p>
            <a:pPr fontAlgn="base"/>
            <a:r>
              <a:rPr lang="en-US" sz="1800" dirty="0"/>
              <a:t>Resolution value: 1.95A</a:t>
            </a:r>
          </a:p>
          <a:p>
            <a:pPr fontAlgn="base"/>
            <a:r>
              <a:rPr lang="en-US" sz="1800" dirty="0"/>
              <a:t>Presence or absence of co-crystallized ligand: Yes</a:t>
            </a:r>
          </a:p>
          <a:p>
            <a:pPr fontAlgn="base"/>
            <a:r>
              <a:rPr lang="en-US" sz="1800" dirty="0"/>
              <a:t>A short written justification</a:t>
            </a:r>
          </a:p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C085C-C7E3-4B92-9BDE-03B68F3939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639" b="13483"/>
          <a:stretch/>
        </p:blipFill>
        <p:spPr>
          <a:xfrm>
            <a:off x="7224898" y="930421"/>
            <a:ext cx="3914651" cy="2667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B4747-9686-4CDE-A94D-78EFC8C83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897" y="3994439"/>
            <a:ext cx="3914651" cy="235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FAF3-012F-416C-B987-35E570B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13"/>
            <a:ext cx="10515600" cy="606424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Task-2 Binding pocket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EC56-4AEE-4E4F-8A32-93B5B5A1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875839"/>
            <a:ext cx="6362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Some of the residues present in the binding pocket are L, K, S, G, Q, Y, V and 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3D structure of BACE complex protein (ID: 5QCU) was retrieved from Protein Data Bank and input into Proteins Plus. The binding site was detected in chain A of the complex using </a:t>
            </a:r>
            <a:r>
              <a:rPr lang="en-US" sz="2000" dirty="0" err="1"/>
              <a:t>DoGsite</a:t>
            </a:r>
            <a:r>
              <a:rPr lang="en-US" sz="2000" dirty="0"/>
              <a:t> scorer.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A09D8-767C-4A4A-AC87-CE8600F2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986" y="761999"/>
            <a:ext cx="4770595" cy="395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1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50CF-C8DC-4767-82B6-0257196BF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612" y="0"/>
            <a:ext cx="10515600" cy="681037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Task 3: Protein preparation and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13523-32F6-40E2-8598-F7447A3D7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612" y="1006475"/>
            <a:ext cx="67341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Preparation steps:</a:t>
            </a:r>
          </a:p>
          <a:p>
            <a:pPr marL="0" indent="0">
              <a:buNone/>
            </a:pPr>
            <a:r>
              <a:rPr lang="en-US" sz="2000" dirty="0"/>
              <a:t>The 3D structure of BACE complex (PDB ID: 5QCU) was downloaded from Protein Data Bank. In Chimera, the </a:t>
            </a:r>
            <a:r>
              <a:rPr lang="en-US" sz="2000" dirty="0" err="1"/>
              <a:t>proten</a:t>
            </a:r>
            <a:r>
              <a:rPr lang="en-US" sz="2000" dirty="0"/>
              <a:t> was cleaned up, by removing water and other co-crystallized ligands and the chains B and C. The chain A shown on the top panel was saved using </a:t>
            </a:r>
            <a:r>
              <a:rPr lang="en-US" sz="2000" dirty="0" err="1"/>
              <a:t>dockprep</a:t>
            </a:r>
            <a:r>
              <a:rPr lang="en-US" sz="2000" dirty="0"/>
              <a:t> command in .</a:t>
            </a:r>
            <a:r>
              <a:rPr lang="en-US" sz="2000" dirty="0" err="1"/>
              <a:t>pdb</a:t>
            </a:r>
            <a:r>
              <a:rPr lang="en-US" sz="2000" dirty="0"/>
              <a:t> format. The saved structure was visualized in </a:t>
            </a:r>
            <a:r>
              <a:rPr lang="en-US" sz="2000" dirty="0" err="1"/>
              <a:t>PyMol</a:t>
            </a:r>
            <a:r>
              <a:rPr lang="en-US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4E63D-F34B-4731-BA47-28CEB854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638" y="3815867"/>
            <a:ext cx="2933162" cy="2603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90A966-8F5F-4779-B5A9-8F5BC24E7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638" y="946738"/>
            <a:ext cx="2911822" cy="2603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67D391-ED7E-4954-88C5-45B0AA5FE44E}"/>
              </a:ext>
            </a:extLst>
          </p:cNvPr>
          <p:cNvSpPr txBox="1"/>
          <p:nvPr/>
        </p:nvSpPr>
        <p:spPr>
          <a:xfrm>
            <a:off x="8936181" y="605660"/>
            <a:ext cx="175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</a:t>
            </a:r>
            <a:r>
              <a:rPr lang="en-US" dirty="0" err="1"/>
              <a:t>Dockprep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9920C-60AD-45F5-8FC8-6B07F5B8DBFA}"/>
              </a:ext>
            </a:extLst>
          </p:cNvPr>
          <p:cNvSpPr txBox="1"/>
          <p:nvPr/>
        </p:nvSpPr>
        <p:spPr>
          <a:xfrm>
            <a:off x="8925444" y="3550165"/>
            <a:ext cx="1613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</a:t>
            </a:r>
            <a:r>
              <a:rPr lang="en-US" dirty="0" err="1"/>
              <a:t>Dockprep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59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195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CADD training cohort-3 Assignment-1</vt:lpstr>
      <vt:lpstr>Task-1 BACE complex download and visualization</vt:lpstr>
      <vt:lpstr>Task-2 Binding pocket prediction</vt:lpstr>
      <vt:lpstr>Task 3: Protein preparation and cleaning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CADD training cohort-3 Assignment-1</dc:title>
  <dc:creator>Priyanka Rajan</dc:creator>
  <cp:lastModifiedBy>Priyanka Rajan</cp:lastModifiedBy>
  <cp:revision>7</cp:revision>
  <dcterms:created xsi:type="dcterms:W3CDTF">2026-04-07T16:26:35Z</dcterms:created>
  <dcterms:modified xsi:type="dcterms:W3CDTF">2026-04-08T11:05:03Z</dcterms:modified>
</cp:coreProperties>
</file>